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Geist"/>
      <p:regular r:id="rId14"/>
    </p:embeddedFont>
    <p:embeddedFont>
      <p:font typeface="Geist"/>
      <p:regular r:id="rId15"/>
    </p:embeddedFont>
    <p:embeddedFont>
      <p:font typeface="Geist"/>
      <p:regular r:id="rId16"/>
    </p:embeddedFont>
    <p:embeddedFont>
      <p:font typeface="Geist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/Relationships>
</file>

<file path=ppt/notesMasters/_rels/notesMaster1.xml.rels><?xml version="1.0" encoding="UTF-8" standalone="yes"?>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-compressed.jp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-compressed.jp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-compressed.jp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-compressed.jp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-compressed.jp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-compressed.jp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-compressed.jp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-compressed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-compressed.jp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108" y="699373"/>
            <a:ext cx="7718584" cy="1323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Linked List Implementation for Ticket Booking System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199108" y="2095976"/>
            <a:ext cx="4072652" cy="52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20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Ticket Class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199108" y="2899648"/>
            <a:ext cx="7718584" cy="3922633"/>
          </a:xfrm>
          <a:prstGeom prst="roundRect">
            <a:avLst>
              <a:gd name="adj" fmla="val 2180"/>
            </a:avLst>
          </a:prstGeom>
          <a:solidFill>
            <a:srgbClr val="1D232D"/>
          </a:solidFill>
          <a:ln/>
        </p:spPr>
      </p:sp>
      <p:sp>
        <p:nvSpPr>
          <p:cNvPr id="6" name="Shape 3"/>
          <p:cNvSpPr/>
          <p:nvPr/>
        </p:nvSpPr>
        <p:spPr>
          <a:xfrm>
            <a:off x="6188988" y="2899648"/>
            <a:ext cx="7738824" cy="3922633"/>
          </a:xfrm>
          <a:prstGeom prst="roundRect">
            <a:avLst>
              <a:gd name="adj" fmla="val 779"/>
            </a:avLst>
          </a:prstGeom>
          <a:solidFill>
            <a:srgbClr val="1D232D"/>
          </a:solidFill>
          <a:ln/>
        </p:spPr>
      </p:sp>
      <p:sp>
        <p:nvSpPr>
          <p:cNvPr id="7" name="Text 4"/>
          <p:cNvSpPr/>
          <p:nvPr/>
        </p:nvSpPr>
        <p:spPr>
          <a:xfrm>
            <a:off x="6443424" y="3103245"/>
            <a:ext cx="7229951" cy="3515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exp1;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Ticket{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passanger;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seatno;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Ticket(String P, int S)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this.passanger=P;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this.seatno=S;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99108" y="7027902"/>
            <a:ext cx="7718584" cy="50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code defines a </a:t>
            </a:r>
            <a:pPr algn="l" indent="0" marL="0">
              <a:lnSpc>
                <a:spcPts val="1950"/>
              </a:lnSpc>
              <a:buNone/>
            </a:pPr>
            <a:r>
              <a:rPr lang="en-US" sz="16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Ticket</a:t>
            </a:r>
            <a:pPr algn="l" indent="0" marL="0">
              <a:lnSpc>
                <a:spcPts val="195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class with passenger name and seat number attributes, along with a constructor to initialize these fields.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7345"/>
            <a:ext cx="5161002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Singly Linked List Node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660690"/>
            <a:ext cx="13042821" cy="3401616"/>
          </a:xfrm>
          <a:prstGeom prst="roundRect">
            <a:avLst>
              <a:gd name="adj" fmla="val 2801"/>
            </a:avLst>
          </a:prstGeom>
          <a:solidFill>
            <a:srgbClr val="1D232D"/>
          </a:solidFill>
          <a:ln/>
        </p:spPr>
      </p:sp>
      <p:sp>
        <p:nvSpPr>
          <p:cNvPr id="4" name="Shape 2"/>
          <p:cNvSpPr/>
          <p:nvPr/>
        </p:nvSpPr>
        <p:spPr>
          <a:xfrm>
            <a:off x="782479" y="2660690"/>
            <a:ext cx="13065443" cy="3401616"/>
          </a:xfrm>
          <a:prstGeom prst="roundRect">
            <a:avLst>
              <a:gd name="adj" fmla="val 1000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1065967" y="2887504"/>
            <a:ext cx="12498467" cy="29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sll{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sll head;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sll next;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Ticket ticket;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sll(Ticket t){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ticket = t;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next = null;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750" dirty="0"/>
          </a:p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317456"/>
            <a:ext cx="130428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code creates a </a:t>
            </a:r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sll</a:t>
            </a:r>
            <a:pPr algn="l" indent="0" marL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(singly linked list) node class that contains a Ticket object and a reference to the next node in the list.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166217"/>
            <a:ext cx="327445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Adding and Removing Tickets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3402449" y="1574363"/>
            <a:ext cx="7825502" cy="5204103"/>
          </a:xfrm>
          <a:prstGeom prst="roundRect">
            <a:avLst>
              <a:gd name="adj" fmla="val 915"/>
            </a:avLst>
          </a:prstGeom>
          <a:solidFill>
            <a:srgbClr val="1D232D"/>
          </a:solidFill>
          <a:ln/>
        </p:spPr>
      </p:sp>
      <p:sp>
        <p:nvSpPr>
          <p:cNvPr id="4" name="Shape 2"/>
          <p:cNvSpPr/>
          <p:nvPr/>
        </p:nvSpPr>
        <p:spPr>
          <a:xfrm>
            <a:off x="3396853" y="1574363"/>
            <a:ext cx="7836694" cy="5204103"/>
          </a:xfrm>
          <a:prstGeom prst="roundRect">
            <a:avLst>
              <a:gd name="adj" fmla="val 327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3538538" y="1687711"/>
            <a:ext cx="7553325" cy="497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linkedlist2{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sll cnode,head;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add_ticket(Ticket t)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sll newnode = new sll(t);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if(head == null)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head = newnode;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sll cnode = head;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while(cnode.next!=null)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cnode = cnode.next;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cnode.next = newnode;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remove_ticket(int seatno)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if(head==null)System.out.println("list is empty");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sll cnode = head;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if(cnode.ticket.seatno==seatno)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System.out.println("deleted "+ head.ticket.passanger);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head = head.next;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while(cnode!=null&amp;&amp; cnode.next.ticket.seatno != seatno)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cnode = cnode.next;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if(cnode==null)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System.out.println("seat number not found");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System.out.println("deleted "+cnode.ticket.passanger);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cnode.next = cnode.next.next;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02449" y="6842165"/>
            <a:ext cx="7825502" cy="221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code implements </a:t>
            </a:r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add_ticket</a:t>
            </a:r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remove_ticket</a:t>
            </a:r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methods for the linked list. The add method appends a new ticket to the end of the list, while the remove method searches for and deletes a ticket by seat number.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166217"/>
            <a:ext cx="355865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Displaying and Querying Tickets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3402449" y="1574363"/>
            <a:ext cx="7825502" cy="5204103"/>
          </a:xfrm>
          <a:prstGeom prst="roundRect">
            <a:avLst>
              <a:gd name="adj" fmla="val 915"/>
            </a:avLst>
          </a:prstGeom>
          <a:solidFill>
            <a:srgbClr val="1D232D"/>
          </a:solidFill>
          <a:ln/>
        </p:spPr>
      </p:sp>
      <p:sp>
        <p:nvSpPr>
          <p:cNvPr id="4" name="Shape 2"/>
          <p:cNvSpPr/>
          <p:nvPr/>
        </p:nvSpPr>
        <p:spPr>
          <a:xfrm>
            <a:off x="3396853" y="1574363"/>
            <a:ext cx="7836694" cy="5204103"/>
          </a:xfrm>
          <a:prstGeom prst="roundRect">
            <a:avLst>
              <a:gd name="adj" fmla="val 327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3538538" y="1687711"/>
            <a:ext cx="7553325" cy="497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displayticktes()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if(head == null)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System.out.println("No tickets booked 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sll cnode = head;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System.out.println("booked tickets: 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while(cnode!=null)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System.out.println(cnode.ticket.seatno+"--&gt;"+cnode.ticket.passanger);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cnode = cnode.next;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boolean isbooked(int seat)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sll cnode = head;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while(cnode!=null)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if(cnode.ticket.seatno==seat)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cnode = cnode.next;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count()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count =0;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cnode = head;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while(cnode!=null)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cnode = cnode.next;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count++;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02449" y="6842165"/>
            <a:ext cx="7825502" cy="221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code provides three utility methods: </a:t>
            </a:r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displayticktes</a:t>
            </a:r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prints all booked tickets, </a:t>
            </a:r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isbooked</a:t>
            </a:r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checks if a seat is already reserved, and </a:t>
            </a:r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count</a:t>
            </a:r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returns the total number of booked tickets.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221462"/>
            <a:ext cx="3200519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Ticket Stack Implementation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3402449" y="1629608"/>
            <a:ext cx="7825502" cy="5093494"/>
          </a:xfrm>
          <a:prstGeom prst="roundRect">
            <a:avLst>
              <a:gd name="adj" fmla="val 935"/>
            </a:avLst>
          </a:prstGeom>
          <a:solidFill>
            <a:srgbClr val="1D232D"/>
          </a:solidFill>
          <a:ln/>
        </p:spPr>
      </p:sp>
      <p:sp>
        <p:nvSpPr>
          <p:cNvPr id="4" name="Shape 2"/>
          <p:cNvSpPr/>
          <p:nvPr/>
        </p:nvSpPr>
        <p:spPr>
          <a:xfrm>
            <a:off x="3396853" y="1629608"/>
            <a:ext cx="7836694" cy="5093494"/>
          </a:xfrm>
          <a:prstGeom prst="roundRect">
            <a:avLst>
              <a:gd name="adj" fmla="val 334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3538538" y="1742956"/>
            <a:ext cx="7553325" cy="4866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 ticketstk{
    private Ticket[] stack;
    private int top;
    private int capacity;
    ticketstk(int no_ticktes)
    {
        capacity = no_ticktes;
        stack = new Ticket[capacity];
        top = -1;
    }
    boolean isEmpty()
    {
        return top==-1;
    }
    boolean isFull(){
        return top==capacity-1;
    }
    public void push(Ticket t)
    {
        if(!isFull())
            stack[++top]=t;
    }
    public Ticket pop()
    {
        if(!isEmpty())
            return stack[top--];
        else
            return null;
    }
    public Ticket peek()
    {
        return stack[top];
    }
    void display()
    {
        for(int i = 0;i
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02449" y="6786801"/>
            <a:ext cx="7825502" cy="221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code implements a </a:t>
            </a:r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ticketstk</a:t>
            </a:r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(stack) class that stores tickets in an array with push, pop, peek, and display operations. The stack is used to track recently booked tickets for quick cancellation.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257734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Main Method and Menu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3402449" y="719971"/>
            <a:ext cx="7825502" cy="7305675"/>
          </a:xfrm>
          <a:prstGeom prst="roundRect">
            <a:avLst>
              <a:gd name="adj" fmla="val 652"/>
            </a:avLst>
          </a:prstGeom>
          <a:solidFill>
            <a:srgbClr val="1D232D"/>
          </a:solidFill>
          <a:ln/>
        </p:spPr>
      </p:sp>
      <p:sp>
        <p:nvSpPr>
          <p:cNvPr id="4" name="Shape 2"/>
          <p:cNvSpPr/>
          <p:nvPr/>
        </p:nvSpPr>
        <p:spPr>
          <a:xfrm>
            <a:off x="3396853" y="719971"/>
            <a:ext cx="7836694" cy="7305675"/>
          </a:xfrm>
          <a:prstGeom prst="roundRect">
            <a:avLst>
              <a:gd name="adj" fmla="val 233"/>
            </a:avLst>
          </a:prstGeom>
          <a:solidFill>
            <a:srgbClr val="1D232D"/>
          </a:solidFill>
          <a:ln/>
        </p:spPr>
      </p:sp>
      <p:sp>
        <p:nvSpPr>
          <p:cNvPr id="5" name="Text 3"/>
          <p:cNvSpPr/>
          <p:nvPr/>
        </p:nvSpPr>
        <p:spPr>
          <a:xfrm>
            <a:off x="3538538" y="833318"/>
            <a:ext cx="7553325" cy="707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rough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totalseats = 40;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linkedlist2 llobj = new linkedlist2();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ticketstk stackobj = new ticketstk(totalseats);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boolean exit = true;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(exit)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System.out.println("\n1. Book Ticket");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System.out.println("2. Cancel Last Ticket");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System.out.println("3. Cancel by Seat Number");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System.out.println("4. View Booked Tickets");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System.out.println("5. View Available Seats");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System.out.println("6. Exit");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System.out.print("Choose an option: 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 choice = sc.nextInt();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switch(choice)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1: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System.out.println("Enter the name 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String name = sc.next();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System.out.println("Enter the seat u want to book 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 seat = sc.nextInt();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if(seat &lt;1|| seat&gt;40)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System.out.println("Invalid Choice!");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else if(llobj.isbooked(seat))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System.out.println("Seat already book");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else {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Ticket t = new Ticket(name,seat);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llobj.add_ticket(t);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System.out.println("Ticket booked suyccesfully ..... : )");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2: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Ticket t = stackobj.pop();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if(t!=null)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System.out.println(t.seatno+"--&gt;"+t.passanger);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else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System.out.println("no ticket booked at las");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3: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System.out.println("Enter the seat u want to cancel");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 canseat = sc.nextInt();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llobj.remove_ticket(canseat);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4: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llobj.displayticktes();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5: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System.out.println("Available seats are "+(totalseats-llobj.count()));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case 6: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exit = false;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break;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System.out.println("Thank you .... : )");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FF7B72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02449" y="8089344"/>
            <a:ext cx="7825502" cy="221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code contains the </a:t>
            </a:r>
            <a:pPr algn="l" indent="0" marL="0">
              <a:lnSpc>
                <a:spcPts val="850"/>
              </a:lnSpc>
              <a:buNone/>
            </a:pPr>
            <a:r>
              <a:rPr lang="en-US" sz="8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</a:t>
            </a:r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method that creates the ticket booking system interface. It presents a menu with options to book tickets, cancel the last ticket, cancel by seat number, view booked tickets, view available seats, or exit the program.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65552"/>
            <a:ext cx="4536519" cy="589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6296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395430"/>
            <a:ext cx="7556421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2026-03-28T03:53:55Z</dcterms:created>
  <dcterms:modified xsi:type="dcterms:W3CDTF">2026-03-28T03:53:55Z</dcterms:modified>
</cp:coreProperties>
</file>